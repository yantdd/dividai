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6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Segoe UI"/>
              </a:defRPr>
            </a:pPr>
            <a:r>
              <a:t>DividAi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2DFDB"/>
                </a:solidFill>
                <a:latin typeface="Segoe UI"/>
              </a:defRPr>
            </a:pPr>
            <a:r>
              <a:t>Divisao inteligente de despesas para republicas e grupos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0CBC4"/>
                </a:solidFill>
                <a:latin typeface="Segoe UI"/>
              </a:defRPr>
            </a:pPr>
            <a:r>
              <a:t>Desenvolvimento Web  |  Backend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F2A37"/>
                </a:solidFill>
                <a:latin typeface="Segoe UI"/>
              </a:defRPr>
            </a:pPr>
            <a:r>
              <a:t>Moradores de republicas e grupos de amigos enfrentam dificuldades para: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1752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6B7280"/>
                </a:solidFill>
                <a:latin typeface="Segoe UI"/>
              </a:defRPr>
            </a:pPr>
            <a:r>
              <a:t>Controlar quem pagou o que e quanto cada um deve</a:t>
            </a:r>
          </a:p>
          <a:p>
            <a:pPr>
              <a:spcAft>
                <a:spcPts val="1400"/>
              </a:spcAft>
              <a:defRPr sz="1800">
                <a:solidFill>
                  <a:srgbClr val="6B7280"/>
                </a:solidFill>
                <a:latin typeface="Segoe UI"/>
              </a:defRPr>
            </a:pPr>
            <a:r>
              <a:t>Dividir despesas de forma justa entre os membros</a:t>
            </a:r>
          </a:p>
          <a:p>
            <a:pPr>
              <a:spcAft>
                <a:spcPts val="1400"/>
              </a:spcAft>
              <a:defRPr sz="1800">
                <a:solidFill>
                  <a:srgbClr val="6B7280"/>
                </a:solidFill>
                <a:latin typeface="Segoe UI"/>
              </a:defRPr>
            </a:pPr>
            <a:r>
              <a:t>Manter um historico organizado dos gastos compartilhados</a:t>
            </a:r>
          </a:p>
          <a:p>
            <a:pPr>
              <a:spcAft>
                <a:spcPts val="1400"/>
              </a:spcAft>
              <a:defRPr sz="1800">
                <a:solidFill>
                  <a:srgbClr val="6B7280"/>
                </a:solidFill>
                <a:latin typeface="Segoe UI"/>
              </a:defRPr>
            </a:pPr>
            <a:r>
              <a:t>Saber o saldo de dividas entre cada pessoa do grupo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 Solucao: DividAi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F2A37"/>
                </a:solidFill>
                <a:latin typeface="Segoe UI"/>
              </a:defRPr>
            </a:pPr>
            <a:r>
              <a:t>Um aplicativo web para organizar e dividir despesas de grupos de forma simples e transparente.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32918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688"/>
                </a:solidFill>
                <a:latin typeface="Segoe UI"/>
              </a:defRPr>
            </a:pPr>
            <a:r>
              <a:t>Grupos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Crie grupos para cada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133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republica, viagem ou evento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4256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Adicione e remova membros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200400"/>
            <a:ext cx="32918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688"/>
                </a:solidFill>
                <a:latin typeface="Segoe UI"/>
              </a:defRPr>
            </a:pPr>
            <a:r>
              <a:t>Despesas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Registre gastos com titulo,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133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valor e quem pagou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4256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Divisao automatica igualitaria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7183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Upload de comprovantes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200400"/>
            <a:ext cx="32918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688"/>
                </a:solidFill>
                <a:latin typeface="Segoe UI"/>
              </a:defRPr>
            </a:pPr>
            <a:r>
              <a:t>Saldos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Calculo automatico de dividas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133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Saldo individual por membro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4256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Pagamento com um clique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Stack Tecnologica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688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Node.js + Express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3580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Sequelize 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2841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PostgreSQL (Docker)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2102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bcrypt (hash de senhas)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1363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JWT (autenticacao)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Multer (upload de arquivos)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9884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CORS configurado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103120"/>
            <a:ext cx="50292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7432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React 19 + Vite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03580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Tailwind CSS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32841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React Router DOM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62102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Lucide React (icones)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91363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Context API (estado global)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2062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LocalStorage (sessao)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Arquitetura do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A37"/>
                </a:solidFill>
                <a:latin typeface="Segoe UI"/>
              </a:defRPr>
            </a:pPr>
            <a:r>
              <a:t>Padrao MVC com camadas separadas: Routes -&gt; Controllers -&gt; Services -&gt;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25603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108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688"/>
                </a:solidFill>
                <a:latin typeface="Segoe UI"/>
              </a:defRPr>
            </a:pPr>
            <a:r>
              <a:t>Routes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566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userRoutes.js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587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groupRoutes.js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513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expenseRoutes.js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4439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05840" y="47365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Define endpoints 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029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aplica middlewares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2926080"/>
            <a:ext cx="25603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40" y="3108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688"/>
                </a:solidFill>
                <a:latin typeface="Segoe UI"/>
              </a:defRPr>
            </a:pPr>
            <a:r>
              <a:t>Controllers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40" y="3566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Recebe requisicoes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38587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Valida entrada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40" y="41513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Chama os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40" y="44439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Retorna respostas JSON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2926080"/>
            <a:ext cx="25603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3108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688"/>
                </a:solidFill>
                <a:latin typeface="Segoe UI"/>
              </a:defRPr>
            </a:pPr>
            <a:r>
              <a:t>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566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Logica de negocio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8587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Interage com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41513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Hash de senhas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4439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Geracao de JWT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46920" y="2926080"/>
            <a:ext cx="19202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40" y="3108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688"/>
                </a:solidFill>
                <a:latin typeface="Segoe UI"/>
              </a:defRPr>
            </a:pPr>
            <a:r>
              <a:t>Models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3566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User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38587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41513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GroupMember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444398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Expense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47365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ExpenseSplit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Banco de Dados - Tabelas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1031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688"/>
                </a:solidFill>
                <a:latin typeface="Segoe UI"/>
              </a:defRPr>
            </a:pPr>
            <a:r>
              <a:t>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id (PK)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443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name: STRING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3697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email: STRING (unique)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958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password: STRING (hash)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221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photo: TEXT (base64)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createdAt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074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updatedAt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2011680"/>
            <a:ext cx="21031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21945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688"/>
                </a:solidFill>
                <a:latin typeface="Segoe UI"/>
              </a:defRPr>
            </a:pPr>
            <a:r>
              <a:t>Groups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651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id (PK)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9443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name: STRING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23697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ownerId: FK -&gt; 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52958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createdAt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8221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updatedAt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2011680"/>
            <a:ext cx="2286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21945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688"/>
                </a:solidFill>
                <a:latin typeface="Segoe UI"/>
              </a:defRPr>
            </a:pPr>
            <a:r>
              <a:t>GroupMembers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26517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id (PK)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29443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name: STRING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32369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groupId: FK -&gt; Groups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352958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userId: FK -&gt; Users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382219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createdAt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41148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updatedAt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35240" y="2011680"/>
            <a:ext cx="21031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21945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688"/>
                </a:solidFill>
                <a:latin typeface="Segoe UI"/>
              </a:defRPr>
            </a:pPr>
            <a:r>
              <a:t>Expenses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2651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id (PK)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29443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groupId: FK -&gt; Groups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323697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title: STRING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352958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amount: FLOAT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38221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payerId: FK -&gt; Members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60" y="41148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date: STRING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44074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receipt: STRING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66960" y="2011680"/>
            <a:ext cx="19202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41280" y="2194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688"/>
                </a:solidFill>
                <a:latin typeface="Segoe UI"/>
              </a:defRPr>
            </a:pPr>
            <a:r>
              <a:t>ExpenseSplits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2651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id (PK)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29443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expenseId: FK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32369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memberId: FK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352958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amount: FLOAT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38221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createdAt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4114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updatedAt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Relacionamentos do Banco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1F2A37"/>
                </a:solidFill>
                <a:latin typeface="Segoe UI"/>
              </a:defRPr>
            </a:pPr>
            <a:r>
              <a:t>User 1:N Group  -  Um usuario pode ser dono de varios grupos</a:t>
            </a:r>
          </a:p>
          <a:p>
            <a:pPr>
              <a:spcAft>
                <a:spcPts val="1600"/>
              </a:spcAft>
              <a:defRPr sz="1700">
                <a:solidFill>
                  <a:srgbClr val="1F2A37"/>
                </a:solidFill>
                <a:latin typeface="Segoe UI"/>
              </a:defRPr>
            </a:pPr>
            <a:r>
              <a:t>Group 1:N GroupMember  -  Um grupo tem varios membros (CASCADE ao deletar)</a:t>
            </a:r>
          </a:p>
          <a:p>
            <a:pPr>
              <a:spcAft>
                <a:spcPts val="1600"/>
              </a:spcAft>
              <a:defRPr sz="1700">
                <a:solidFill>
                  <a:srgbClr val="1F2A37"/>
                </a:solidFill>
                <a:latin typeface="Segoe UI"/>
              </a:defRPr>
            </a:pPr>
            <a:r>
              <a:t>User 1:N GroupMember  -  Um usuario pode ser membro de varios grupos</a:t>
            </a:r>
          </a:p>
          <a:p>
            <a:pPr>
              <a:spcAft>
                <a:spcPts val="1600"/>
              </a:spcAft>
              <a:defRPr sz="1700">
                <a:solidFill>
                  <a:srgbClr val="1F2A37"/>
                </a:solidFill>
                <a:latin typeface="Segoe UI"/>
              </a:defRPr>
            </a:pPr>
            <a:r>
              <a:t>Group 1:N Expense  -  Um grupo tem varias despesas (CASCADE ao deletar)</a:t>
            </a:r>
          </a:p>
          <a:p>
            <a:pPr>
              <a:spcAft>
                <a:spcPts val="1600"/>
              </a:spcAft>
              <a:defRPr sz="1700">
                <a:solidFill>
                  <a:srgbClr val="1F2A37"/>
                </a:solidFill>
                <a:latin typeface="Segoe UI"/>
              </a:defRPr>
            </a:pPr>
            <a:r>
              <a:t>GroupMember 1:N Expense  -  Um membro pode pagar varias despesas</a:t>
            </a:r>
          </a:p>
          <a:p>
            <a:pPr>
              <a:spcAft>
                <a:spcPts val="1600"/>
              </a:spcAft>
              <a:defRPr sz="1700">
                <a:solidFill>
                  <a:srgbClr val="1F2A37"/>
                </a:solidFill>
                <a:latin typeface="Segoe UI"/>
              </a:defRPr>
            </a:pPr>
            <a:r>
              <a:t>Expense 1:N ExpenseSplit  -  Uma despesa e dividida entre varios membros (CASCADE)</a:t>
            </a:r>
          </a:p>
          <a:p>
            <a:pPr>
              <a:spcAft>
                <a:spcPts val="1600"/>
              </a:spcAft>
              <a:defRPr sz="1700">
                <a:solidFill>
                  <a:srgbClr val="1F2A37"/>
                </a:solidFill>
                <a:latin typeface="Segoe UI"/>
              </a:defRPr>
            </a:pPr>
            <a:r>
              <a:t>GroupMember 1:N ExpenseSplit  -  Um membro participa de varias divisoes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Segoe UI"/>
              </a:defRPr>
            </a:pPr>
            <a:r>
              <a:t>Todas as associacoes sao definidas no index.js e sincronizadas com sequelize.sync({ alter: true })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Endpoints da 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35661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688"/>
                </a:solidFill>
                <a:latin typeface="Segoe UI"/>
              </a:defRPr>
            </a:pPr>
            <a:r>
              <a:t>Usuarios  /api/users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POST /cadastrar - Criar conta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443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POST /login - Autenticar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3697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PUT /:id - Editar perfil 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958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31520" y="38221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* Rota protegida por JWT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011680"/>
            <a:ext cx="35661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688"/>
                </a:solidFill>
                <a:latin typeface="Segoe UI"/>
              </a:defRPr>
            </a:pPr>
            <a:r>
              <a:t>Grupos  /api/groups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51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POST / - Criar grupo 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443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GET /user/:id - Listar grupos 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23697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DELETE /:id - Deletar grupo 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52958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POST /:id/members - Add membro 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8221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GET /:id/members - Listar membros 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114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DELETE /members/:id - Remover *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011680"/>
            <a:ext cx="35661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688"/>
                </a:solidFill>
                <a:latin typeface="Segoe UI"/>
              </a:defRPr>
            </a:pPr>
            <a:r>
              <a:t>Despesas  /api/expenses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651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POST / - Criar (com upload) *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9443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GET /group/:id - Listar por grupo 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23697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GET /:id - Detalhe 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52958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PUT /:id - Atualizar 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8221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DELETE /:id - Deletar 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114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PUT /group/:id/recalculate *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688"/>
                </a:solidFill>
                <a:latin typeface="Segoe UI"/>
              </a:defRPr>
            </a:pPr>
            <a:r>
              <a:t>* Todas as rotas marcadas exigem token JWT no header Authorization: Bearer &lt;token&gt;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Seguranca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688"/>
                </a:solidFill>
                <a:latin typeface="Segoe UI"/>
              </a:defRPr>
            </a:pPr>
            <a:r>
              <a:t>Autenticacao JWT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Token gerado no login/cadastro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3580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Validade de 7 dias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2841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Middleware verifica em todas 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2102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rotas protegidas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1363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Enviado via header Authorization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Sessao persistida no localStorage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103120"/>
            <a:ext cx="50292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2860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688"/>
                </a:solidFill>
                <a:latin typeface="Segoe UI"/>
              </a:defRPr>
            </a:pPr>
            <a:r>
              <a:t>Protecao de Dados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7432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Senhas com hash bcrypt (10 rounds)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03580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Nunca armazenadas em texto puro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32841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CORS restrito a origens permitidas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62102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Upload limitado a 5MB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91363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Apenas imagens JPG/PNG/WebP aceitas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2062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Arquivo orfao deletado em caso de erro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Upload de Comprovantes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A37"/>
                </a:solidFill>
                <a:latin typeface="Segoe UI"/>
              </a:defRPr>
            </a:pPr>
            <a:r>
              <a:t>Fluxo completo de upload de imagens para comprovacao de despesas: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32918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688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566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Drag &amp; drop ou clique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58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Preview antes de enviar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513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Validacao de tipo e tamanho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4439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Envia como FormData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7365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Exibe na tela de detalhes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926080"/>
            <a:ext cx="32918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688"/>
                </a:solidFill>
                <a:latin typeface="Segoe UI"/>
              </a:defRPr>
            </a:pPr>
            <a:r>
              <a:t>Backend (Multer)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566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Middleware processa o upload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858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Salva em /uploads/receipts/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1513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Nome unico: timestamp-random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4439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Filtro de MIME types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7365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Limite de 5MB por arquivo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926080"/>
            <a:ext cx="32918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688"/>
                </a:solidFill>
                <a:latin typeface="Segoe UI"/>
              </a:defRPr>
            </a:pPr>
            <a:r>
              <a:t>Armazenamento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566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Arquivo salvo no disco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858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Path relativo no banco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1513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Servido via express.static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4439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Deletado junto com a despesa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7365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Pasta no .gitignore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D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Infraestrutura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688"/>
                </a:solidFill>
                <a:latin typeface="Segoe UI"/>
              </a:defRPr>
            </a:pPr>
            <a:r>
              <a:t>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PostgreSQL 15 em container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3580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Volume persistente (pgdata)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2841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Porta 5432 mapeada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2102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Variaveis de ambiente configuradas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1363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Um comando para subir: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  docker compose up -d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103120"/>
            <a:ext cx="50292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2860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688"/>
                </a:solidFill>
                <a:latin typeface="Segoe UI"/>
              </a:defRPr>
            </a:pPr>
            <a:r>
              <a:t>Configuracao (.env)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7432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PORT=3000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03580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DATABASE_URL=postgres://...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32841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JWT_SECRET=...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62102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CORS_ORIGIN configuravel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91363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675120" y="42062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.env.example disponivel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49884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Segoe UI"/>
              </a:defRPr>
            </a:pPr>
            <a:r>
              <a:t>.env no .gitignore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6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Obrigado!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2DFDB"/>
                </a:solidFill>
                <a:latin typeface="Segoe UI"/>
              </a:defRPr>
            </a:pPr>
            <a:r>
              <a:t>DividAi - Dividindo despesas, simplificando a convivencia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